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6C8D-308B-B772-C2FB-5A4EBB8AC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2A167-993E-36D8-83E7-26240D4AB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D10D4-F077-685F-7B04-C5184A8BA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EFDB4-2CEC-4C7B-9559-23D22EDEAA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029DC-A262-B147-2905-2B7C51B4A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0785C-F9FC-E39B-7EA4-8C23A5266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834-B472-447C-8F45-3A5E86160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05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9B4D1-9DE4-2556-3E7C-4053DCCEE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EA680-EAC6-0D76-0639-F921F6303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FBD7-229C-668F-924A-B93982286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EFDB4-2CEC-4C7B-9559-23D22EDEAA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3E750-EC8B-8291-C327-6CAC380D7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90310-58B9-D529-61BB-0BDC1FD0C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834-B472-447C-8F45-3A5E86160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0FF3-B822-42B0-4FEC-E8F8F7A3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4A9EA-466F-830C-3DF5-328F5D011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E4AAE-6273-7710-5F9F-10A1F6460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EFDB4-2CEC-4C7B-9559-23D22EDEAA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21FD2-866A-B002-8F4E-AB38FC91B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C5CE9-8E09-FE43-E770-0F91F0996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834-B472-447C-8F45-3A5E86160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18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0CFC-3C81-9C85-BBB6-E6C703142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CEE0D-8433-9845-81DD-F421187D9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56DC4E-1C0B-62BB-B825-09FFF5E63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ABABE-10A3-0F1A-DEAC-58B3C9ECA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EFDB4-2CEC-4C7B-9559-23D22EDEAA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0567D-398F-3125-19B2-AB41611C0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F0014-D542-983B-D204-E824C4AA0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834-B472-447C-8F45-3A5E86160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04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E30F0-D2E8-F4F6-E6FD-27E23E1D9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A8B9D-8043-79A1-ECAC-553B2FFA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500B2-7B82-E20E-DE90-90D964461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471D9-55C6-DD06-035A-69AE04438C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9826F7-C441-A119-6310-D21DDCB796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8E032E-1803-70A3-FC1F-37455B1F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EFDB4-2CEC-4C7B-9559-23D22EDEAA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B9D6DB-490E-AE3C-85F6-10F1C020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166BC-70FC-74F6-6218-091617DC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834-B472-447C-8F45-3A5E86160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39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3579A-3454-6C0C-261B-CD92C200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6FCCCC-C1B0-06AD-DA45-236F7A015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EFDB4-2CEC-4C7B-9559-23D22EDEAA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C359F-2CFF-3B7E-E858-FAF9B4CBA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1D7D9-43E5-BBE9-59AD-D6263B44F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834-B472-447C-8F45-3A5E86160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4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A2542-22F2-EBE2-79C7-F7D0E4EE5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EFDB4-2CEC-4C7B-9559-23D22EDEAA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544757-0656-6831-E211-64DD3CD1D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B2E14-548E-7B0F-9265-64EC4FA5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834-B472-447C-8F45-3A5E86160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9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1203C-862C-82BD-5C8B-AB4B17131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55539-46D2-C4F8-5604-5C990F0F7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BFBAD-C57C-BF51-6C7D-1DF566CD9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9409B-AE24-E741-4C34-1853DDB0F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EFDB4-2CEC-4C7B-9559-23D22EDEAA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61DE3-2BF9-20D2-6F1D-54804C25B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C9230-1E8A-446B-A91F-C800910A2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834-B472-447C-8F45-3A5E86160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326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BBEB6-CE0A-3ADE-EB79-58F66742D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F82E7-D717-385E-D66C-CB3381B99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EF69E-8C06-389B-F2FB-0312F17BB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1F537-2B66-B696-F489-0DD479C36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EFDB4-2CEC-4C7B-9559-23D22EDEAA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B952C-D8B8-C25C-C8AC-8AC6B2A83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A2551-0EF0-FFBB-61F6-3C6285373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834-B472-447C-8F45-3A5E86160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4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181FC-A010-5329-40A2-01ED97C95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190EC-8C2F-99D5-2B01-738E73CC2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11805-CF59-C0BD-1687-CC2A0D8F7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EFDB4-2CEC-4C7B-9559-23D22EDEAA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12ABC-0C3A-B2E3-46AD-079212E06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50424-3473-1BA5-81A7-CE93E9A9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834-B472-447C-8F45-3A5E86160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8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58480E-2354-C5DD-4369-20CA164EF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B4812-DD30-08B1-61DC-20E132E29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00D09-7D3E-67B3-E75D-C1BAFAB0F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EFDB4-2CEC-4C7B-9559-23D22EDEAA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9BD94-C8CA-249A-35C8-964A98BE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E5F5-BADA-F0EF-A135-A95802E78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834-B472-447C-8F45-3A5E86160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95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3E6C4A-BD8D-9385-5A34-51E3CC7FC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30DEF-1A7F-00F9-2E12-114E69D7E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C70D4-C851-FB7C-EF9C-E2430993B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EFDB4-2CEC-4C7B-9559-23D22EDEAA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F6914-1AA8-75D3-1F32-641AAEC75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028B-5766-3899-7AF0-11B666F50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2B834-B472-447C-8F45-3A5E86160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871B-E0AF-67B8-57C4-F7254C258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4767B-08EB-45B1-5CA8-5B61FCF2FD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29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305B4-6B64-15C4-B824-7D7EB2C6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7EE89E-0306-2987-C461-ECEC3DE31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81790"/>
            <a:ext cx="6544588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38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6D1F-1ACC-E7C2-40BD-6AC15597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8CBD11-B844-6D11-8CCC-31CED877B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53165"/>
            <a:ext cx="5563376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064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 Tack, Simon</dc:creator>
  <cp:lastModifiedBy>Chan Tack, Simon</cp:lastModifiedBy>
  <cp:revision>1</cp:revision>
  <dcterms:created xsi:type="dcterms:W3CDTF">2026-04-23T03:35:08Z</dcterms:created>
  <dcterms:modified xsi:type="dcterms:W3CDTF">2026-04-23T03:36:33Z</dcterms:modified>
</cp:coreProperties>
</file>