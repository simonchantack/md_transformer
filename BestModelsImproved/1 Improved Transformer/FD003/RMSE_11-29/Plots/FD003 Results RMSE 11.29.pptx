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2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BC2F9-7E65-A333-9EB7-24F82C539E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7F65D2-F895-F084-3282-3BD3D6BC4F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F5592-0893-8D1B-3E73-043590392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4266-007F-4836-A849-9EEC8744F83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FF7F9-8323-3D44-DC74-680D8CD95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CE58F-3684-349D-0E8F-ECDFF13DB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D0C59-DEEA-4A36-ACB1-0E8CE34CF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474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0A005-AC46-A35E-8FF6-FA5CDB8D9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152F7-45A9-B02F-D2AB-B565076B2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D8A51-2ABF-4D1A-A9AC-6DF81FEC7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4266-007F-4836-A849-9EEC8744F83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F1BED-F95F-42F2-8FA0-FFFA989DA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89AD0-DDA4-D9EB-1E46-414D7A498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D0C59-DEEA-4A36-ACB1-0E8CE34CF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068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25E5D-1467-E17A-59D8-5AD627684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77CCD-A54F-FDCE-C66C-BAADF39D9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70E90-57F2-ADB9-17CF-6EF356DDE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4266-007F-4836-A849-9EEC8744F83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566B1-AFF8-047B-EFB5-4FDFD96C1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E6666-88E7-C511-9362-841315F7B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D0C59-DEEA-4A36-ACB1-0E8CE34CF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952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91277-C471-DC77-6CD2-0D3274144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AE950-E0AC-CCD1-221B-13F5A0E5FA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AFC1D9-802C-B905-DAF3-6E3A0E7719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294799-5FEC-2DD0-7404-082DD0915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4266-007F-4836-A849-9EEC8744F83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2263C-714F-71F3-90D4-7DBE4A352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07D1DD-E1C1-B0F0-F594-30D1FFA32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D0C59-DEEA-4A36-ACB1-0E8CE34CF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896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6AEBE-0D50-9590-0D1D-CA01C8B73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F4F21-F7D1-58FC-1B2C-C356751BA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FA4BE-1987-7E29-1431-5513404F1C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BA3E1E-F759-90F2-9F17-6AA5AC0160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30DC6D-6CD7-AEAE-C41C-36246C607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048D5B-F0E1-C2FA-74C7-1BA8E95CC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4266-007F-4836-A849-9EEC8744F83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2A577C-E49C-1FEA-2334-B8E8D330A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459251-16B7-564F-665B-80186B853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D0C59-DEEA-4A36-ACB1-0E8CE34CF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404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FBB92-1ECE-AB16-E754-2CCA3EA5D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9F34D8-E30A-E492-0B66-60DAA4A1C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4266-007F-4836-A849-9EEC8744F83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CD5CB6-9F9B-54A9-5A58-18FC140EB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624E1C-CF65-E99A-655B-5619EB018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D0C59-DEEA-4A36-ACB1-0E8CE34CF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93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349EDB-39E7-ABBD-8B7C-B57F13D60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4266-007F-4836-A849-9EEC8744F83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4CCDF6-38B9-6500-5A05-EFBA08145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858ED-FAC6-C888-06D6-C6090B8F9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D0C59-DEEA-4A36-ACB1-0E8CE34CF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867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909FF-3959-5D58-AE61-1C2C4493A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A0962-D5E8-B6BA-B88D-573641986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B8869D-EEEB-C470-DC91-9CA00944B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CCE37-F800-0BA4-D7CC-6014C6CFC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4266-007F-4836-A849-9EEC8744F83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A2C27-E290-25C1-18C9-D95D4C31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5690C-0D95-4486-C676-6836B2861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D0C59-DEEA-4A36-ACB1-0E8CE34CF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475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60F0E-ADC2-51D3-AE57-6C426EEE8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981533-51A4-1A65-24B0-B356CECD96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654598-4FF3-2329-645E-ABC399CB52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1BEDC-D31F-E487-CE9F-AE2792F53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4266-007F-4836-A849-9EEC8744F83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D44A8A-7095-2D47-A04D-02A7A1B0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F4D8FE-D06F-410D-C01D-E1DC1C13B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D0C59-DEEA-4A36-ACB1-0E8CE34CF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696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9A3D2-43ED-3E1F-F41A-B0A86B3C6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ACB1DC-E464-59DA-BF1D-CE4D8CF1BF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008D6-4CCC-F3E2-B613-3EB371BF9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4266-007F-4836-A849-9EEC8744F83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2D74D-C05A-0EA8-62DE-AEF2CE05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97E86-F600-AD47-6358-8EC6E4334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D0C59-DEEA-4A36-ACB1-0E8CE34CF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983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9A5BA-33C8-9451-F318-C961F73B79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18D3DE-4956-B5E7-9CC5-8E206B1B88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AF4E9-6F1F-036F-A72D-4E04A1036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4266-007F-4836-A849-9EEC8744F83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C3B5F-54D7-6F34-BA1B-F936D55AF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27CF6-252F-A3C7-DBB1-7CC6C72B6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D0C59-DEEA-4A36-ACB1-0E8CE34CF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795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6C6DC1-89FC-3CAF-509F-949D472D6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CFDD8B-4782-80AF-AAD0-7C9B19631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49B16-AB54-7D0D-45BE-17041D66D2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54266-007F-4836-A849-9EEC8744F83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10C12-B83D-4864-1F28-BF5ECE1DEE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7632F-6826-D73D-DE37-B4E23BD487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D0C59-DEEA-4A36-ACB1-0E8CE34CF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2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8F81C-2D52-00D0-C55D-32674E8729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FC5273-8501-F916-039B-2F8E8FEEAE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674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E7A4A-B305-CC04-078C-BFC7EB88F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FD003 – Improved </a:t>
            </a:r>
            <a:r>
              <a:rPr lang="en-US"/>
              <a:t>Fuse Transformer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F23C72-5395-E9CB-63EC-C071E51812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10362"/>
            <a:ext cx="5944430" cy="349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76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2B488-377A-4AAD-5709-AE7F883E5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0141B1-ABDF-84A1-A7F1-A05CD9B5C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62695"/>
            <a:ext cx="5630061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831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FD003 – Improved Fuse Transformer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 Tack, Simon</dc:creator>
  <cp:lastModifiedBy>Chan Tack, Simon</cp:lastModifiedBy>
  <cp:revision>2</cp:revision>
  <dcterms:created xsi:type="dcterms:W3CDTF">2026-04-23T02:53:22Z</dcterms:created>
  <dcterms:modified xsi:type="dcterms:W3CDTF">2026-04-23T03:13:14Z</dcterms:modified>
</cp:coreProperties>
</file>